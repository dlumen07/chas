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school, and the form the project is built around: School Form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computing by hand, typing the data twice, and no written record for the parents.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one line each. Do not read them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the before-and-after baseline still has to be recorded at the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features. If there is time, open the app and show weigh-in and a printed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gaps is safer than being caught out by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not a mobile app, why not SMS, where did the roster come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37360"/>
            <a:ext cx="2286000" cy="22860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1975104" cy="1975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931920" y="1600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MOCK DEFENSE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931920" y="190195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27432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C9D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Health Assessment System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for checking learner nutrition and sending the results home, for Detailen Elementary School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3886200"/>
            <a:ext cx="1005840" cy="41148"/>
          </a:xfrm>
          <a:prstGeom prst="rect">
            <a:avLst/>
          </a:prstGeom>
          <a:solidFill>
            <a:srgbClr val="FFDE1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931920" y="4160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     [Member Name]     [Member Name]     [Member Name]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[Adviser Name]     |     BSIT AP - 4C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50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under five are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stunted, or short for their age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2450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aged five to ten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stunted too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27.8%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450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provinces, higher than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23.2% in the cities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915400" y="1645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E2464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0" y="18745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numbers decide who joins the feeding program.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DOST-FNRI 2025 Survey, via EDCOM II (2026)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3566160"/>
            <a:ext cx="10835640" cy="2286000"/>
          </a:xfrm>
          <a:prstGeom prst="roundRect">
            <a:avLst>
              <a:gd name="adj" fmla="val 32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0058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done now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2519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compute the BMI of every learner by hand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are typed again into the SF8 file, so mistakes happen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only told by word of mouth, with nothing in writing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want it to do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4572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60020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0E2464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05840" y="1828800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system that gets the numbers right, fills up School Form 8 by itself, and sends each result home to the parents on paper.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926080"/>
            <a:ext cx="411480" cy="411480"/>
          </a:xfrm>
          <a:prstGeom prst="ellipse">
            <a:avLst/>
          </a:prstGeom>
          <a:solidFill>
            <a:srgbClr val="1B4CA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2944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numbers right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52728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computes the BMI and the status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43400" y="2926080"/>
            <a:ext cx="411480" cy="411480"/>
          </a:xfrm>
          <a:prstGeom prst="ellipse">
            <a:avLst/>
          </a:prstGeom>
          <a:solidFill>
            <a:srgbClr val="1B4CA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434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910328" y="2944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up SF8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910328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types into the school’s own SF8 file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01000" y="2926080"/>
            <a:ext cx="411480" cy="411480"/>
          </a:xfrm>
          <a:prstGeom prst="ellipse">
            <a:avLst/>
          </a:prstGeom>
          <a:solidFill>
            <a:srgbClr val="1B4CA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010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567928" y="2944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parents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567928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printed slip they sign and send back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85800" y="4389120"/>
            <a:ext cx="411480" cy="411480"/>
          </a:xfrm>
          <a:prstGeom prst="ellipse">
            <a:avLst/>
          </a:prstGeom>
          <a:solidFill>
            <a:srgbClr val="1B4CA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4407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with feeding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52728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joins, and who came each day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343400" y="4389120"/>
            <a:ext cx="411480" cy="411480"/>
          </a:xfrm>
          <a:prstGeom prst="ellipse">
            <a:avLst/>
          </a:prstGeom>
          <a:solidFill>
            <a:srgbClr val="1B4CA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34340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910328" y="4407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data safe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910328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staff has an account and a role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001000" y="4389120"/>
            <a:ext cx="411480" cy="411480"/>
          </a:xfrm>
          <a:prstGeom prst="ellipse">
            <a:avLst/>
          </a:prstGeom>
          <a:solidFill>
            <a:srgbClr val="1B4CA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00100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567928" y="4407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567928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numbers, then let users rate it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made it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4572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18470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30428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Descriptive-developmental, in one school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the school head, the nurse, the teachers and the parents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it a little at a time and showed it to them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6459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0" y="18470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 it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30428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our numbers with the WHO tables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and IT experts rate the app (ISO 25010)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the old way with the new way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5800" y="4434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6968" y="4617720"/>
            <a:ext cx="365760" cy="365760"/>
          </a:xfrm>
          <a:prstGeom prst="ellipse">
            <a:avLst/>
          </a:prstGeom>
          <a:solidFill>
            <a:srgbClr val="0E246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" y="50749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2926080" y="4434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27248" y="4617720"/>
            <a:ext cx="365760" cy="365760"/>
          </a:xfrm>
          <a:prstGeom prst="ellipse">
            <a:avLst/>
          </a:prstGeom>
          <a:solidFill>
            <a:srgbClr val="0E246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12724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127248" y="50749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it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166360" y="4434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67528" y="4617720"/>
            <a:ext cx="365760" cy="365760"/>
          </a:xfrm>
          <a:prstGeom prst="ellipse">
            <a:avLst/>
          </a:prstGeom>
          <a:solidFill>
            <a:srgbClr val="0E246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6752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367528" y="50749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7406640" y="4434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607808" y="4617720"/>
            <a:ext cx="365760" cy="365760"/>
          </a:xfrm>
          <a:prstGeom prst="ellipse">
            <a:avLst/>
          </a:prstGeom>
          <a:solidFill>
            <a:srgbClr val="0E246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60780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607808" y="50749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9646920" y="4434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0E2464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848088" y="4617720"/>
            <a:ext cx="365760" cy="365760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848088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848088" y="50749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D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users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D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it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 do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4572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691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20824"/>
            <a:ext cx="164592" cy="164592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52728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Weigh-in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514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weight and height. The status shows right away, before you save.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20824"/>
            <a:ext cx="164592" cy="164592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10328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BMI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514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the BMI and the status using the WHO tables.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1691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75320" y="2020824"/>
            <a:ext cx="164592" cy="164592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67928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SF8 export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514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types the data into the school’s own SF8 file.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37947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60120" y="4123944"/>
            <a:ext cx="164592" cy="164592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252728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Printed slips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Half-sheet slips with a QR code and a part the parent signs.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43400" y="37947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4123944"/>
            <a:ext cx="164592" cy="164592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910328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Feeding program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who should join, and marks who came each feeding day.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01000" y="37947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75320" y="4123944"/>
            <a:ext cx="164592" cy="164592"/>
          </a:xfrm>
          <a:prstGeom prst="ellipse">
            <a:avLst/>
          </a:prstGeom>
          <a:solidFill>
            <a:srgbClr val="FFDE1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567928" y="4032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and the nurse see the whole school. A teacher sees her class.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2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now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4572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737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6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6888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BMI computation is done and tested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SF8 export works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print, and returned slips can be logged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program and staff accounts are working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0E2464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do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4688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QR code on the slip real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learner list from the school’s file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how long the old way takes, for comparison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security on the school computer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463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376" y="1591056"/>
            <a:ext cx="1572768" cy="1572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657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  |  Detailen Elementary School, Maria Aurora, Aurora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CHAS: Child Health Assessment System</dc:title>
  <dc:subject>PptxGenJS Presentation</dc:subject>
  <dc:creator>CHAS Capstone Team</dc:creator>
  <cp:lastModifiedBy>CHAS Capstone Team</cp:lastModifiedBy>
  <cp:revision>1</cp:revision>
  <dcterms:created xsi:type="dcterms:W3CDTF">2026-09-10T15:50:19Z</dcterms:created>
  <dcterms:modified xsi:type="dcterms:W3CDTF">2026-09-10T15:50:19Z</dcterms:modified>
</cp:coreProperties>
</file>